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PRODUTO COM INTEGRAÇÃO À API GEMINI • ENGENHARIA DE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828800"/>
            <a:ext cx="1033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Translator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Tradutor Contextual com Explicação de Expressões Idiomáticas, Metáforas Culturais e Racional Linguístico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4297680"/>
            <a:ext cx="1033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Solução completa integrando Backend .NET 9 Web API (C#), Frontend Web em React Native e Google Gemini AI (</a:t>
            </a:r>
            <a:r>
              <a:rPr lang="en-US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US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Flash)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14400" y="5303520"/>
            <a:ext cx="10332720" cy="82296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9525">
            <a:solidFill>
              <a:srgbClr val="2530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 Tecnológica: .NET 9 Web API • Visual Studio Solution (.sln) • React Native (Web) • Google Gemini AI Studio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VISÃO &amp; PROPOSTA DE VALOR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Conceito do Produto: Por que Traduzir com Explicação?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Superando as limitações críticas das ferramentas convencionais de tradução automática.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315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01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❌ O Problema da Tradução Tradicional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Tradução 'Ao Pé da Letra':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Tradutores automáticos comuns falham sistematicamente com expressões idiomáticas, gírias e sarcasmo.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 Perigo dos Falsos Amigos: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frase em português 'chutar o balde' é traduzida literalmente como 'kick the bucket', que em inglês significa 'morrer'.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Perda de Contexto Cultural: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Textos técnicos e corporativos perdem nuances fundamentais de formalidade e jargão profissional.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Caixa-Preta para o Usuário: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usuário recebe um texto traduzido sem entender o motivo pelo qual certos termos foram escolhidos em vez de outros.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2179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4465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 A Solução Inovadora: ContextLingo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Tradução Contextual Dinâmica: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Tradução semântica profunda respeitando intenção comunicativa e registro de linguagem.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Extração &amp; Análise de Idioms: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Identifica metáforas no texto e expõe: Significado Literal vs Figurativo, Origem Cultural e Nível de Formalidade.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Justificativa de Decisões (Rationale):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Explica por que palavras específicas foram selecionadas e alternativas literais foram descartadas.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Adaptação de Tom de Voz: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Flexibilidade para adaptar a mesma frase para 6 tons: Natural, Casual, Formal, Business, Slang e Acadêmico.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Variações de Fraseamento: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Apresenta opções alternativas recomendadas para diferentes contextos sociais e profissionais.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ENGENHARIA DE SOFTWARE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Arquitetura da Solução: Separação de Responsabilidades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Estrutura moderna, desacoplada em 3 camadas, com alta manutenibilidade e escalabilidade.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960120" y="2103120"/>
            <a:ext cx="29260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Frontend (React Native Web)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Design Minimalista &amp; Focado: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limpa e objetiva inspirada em ferramentas como DeepL e Google Translate, eliminando ruídos visuais.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Internacionalização (i18n):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Página nativa em Português (pt-BR por padrão) com alternador instantâneo para Inglês (en-US).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Abas de Explicação Sob Demanda: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Navegação organizada em abas (Expressões, Escolhas e Alternativas), exibindo a informação de forma progressiva e agradável.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Comunicação REST &amp; Áudio: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Consumo assíncrono da API .NET com indicador de status, seleção ágil de tons, cópia em um clique e síntese de voz (TTS).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389120" y="19202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617720" y="2103120"/>
            <a:ext cx="29260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Backend (.NET 9 Web API)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Estrutura Visual Studio: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Organizado com arquivo de solução Translator.sln e projeto Translator.Api em C# moderno.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Regras de Negócio: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Validação robusta de borda (TranslationRequestValidator) protegendo a API contra inputs inválidos.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RFC 9457 ProblemDetails: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Padronização internacional de respostas de erro e falhas de validação.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Camada de Cache: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IMemoryCache integrado com chave composta [src:tgt:tone:hash] eliminando requisições redundantes à IA.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Documentação OpenAPI: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Especificação OpenAPI nativa do .NET 9 com documentação interativa via Scalar API Reference.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8046720" y="19202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275320" y="2103120"/>
            <a:ext cx="29262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Provedor IA (Google Gemini)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Modelo Otimizado: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</a:t>
            </a:r>
            <a:r>
              <a:rPr lang="en-US" sz="120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Flash: equilíbrio ideal entre velocidade ultra-rápida, precisão linguística e baixo custo de tokens.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Prompt Engineering: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Instrução estruturada atuando como linguista sênior bilíngue e especialista em análise cultural.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Garantia de JSON Strict: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Uso do parâmetro responseMimeType: 'application/json' forçando a API do Gemini a retornar exclusivamente JSON estruturado.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Deserialização Direta: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Mapeamento semântico instantâneo para Records C# imutáveis com alta segurança de tipos.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ROBUSTEZ &amp; QUALIDADE DE CÓDIGO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Regras de Negócio, Validações e Tratamento de Dados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Garantindo integridade de dados, resiliência operacional e conformidade com boas práticas REST.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7315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601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Validações de Entrada &amp; Regras de Negócio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Validação de Presença e Tamanho: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texto não pode ser nulo ou vazio e deve conter entre 1 e 2.000 caracteres, prevenindo sobrecarga e abusos de cota.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Validação de Idioma Alvo: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idioma de destino deve pertencer à lista de idiomas suportados e não pode ser 'auto'.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Bloqueio de Tradução Redundante: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 o idioma de origem for especificado (não 'auto'), ele não pode ser idêntico ao idioma de destino (ex: en -&gt; en rejeitado com 400 Bad Request).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Validação de Tons de Voz: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Restrição estrita aos 6 tons permitidos (Natural, Casual, Formal, Business, Colloquial, Academic).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Sanitização de Strings: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Normalização de quebras de linha (\r\n -&gt; \n), remoção de espaços excedentes e caracteres de controle via regex.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2179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4465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 Cache, Resiliência &amp; Padronização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Otimização com Cache em Memória: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Requisições com mesmo texto, tom e par de idiomas são servidas do IMemoryCache em ~0ms, economizando custos e cotas do Gemini.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Respostas RFC 9457 (ProblemDetails):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Erros de validação retornam HTTP 400 com payload estruturado indicando exatamente os campos incorretos.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Fallback Gracioso &amp; Modo Demo: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Caso a chave de API não esteja configurada ou ocorra esgotamento de cota externa, o sistema responde com análises linguísticas contextuais completas.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Clean Code &amp; Padrões Internacionais: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 100% livre de comentários obsoletos, métodos e propriedades estritamente em inglês (C# 13 / .NET 9 com Records e Primary Constructors).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INTELIGÊNCIA ARTIFICIAL GENERATIVA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Funciona a Integração com a API do Gemini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Comunicação direta via REST API, engenharia de prompt e geração de dados estritamente tipados.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315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9601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📡 Fluxo de Comunicação HTTP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Endpoint Utilizado: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 https://generativelanguage.googleapis.com/v1beta/models/gemini-1.5-flash:generateContent?key={API_KEY}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HttpClient Gerenciado: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Injetado via IHttpClientFactory no .NET com timeout configurável (appsettings.json) e resiliência a falhas transitórias.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Configuração de Geração: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temperature = 0.2 para garantir respostas determinísticas, precisas e objetivas sem alucinações.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Estruturação JSON Nativa: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Configuração responseMimeType = 'application/json' que obriga o modelo Gemini a devolver JSON válido pronto para parse.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Custo e Eficiência: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1.5 Flash oferece nível gratuito generoso no Google AI Studio e latência de inferência extremamente baixa (~1 a 2s).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2179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465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 Prompt Engineering &amp; Schema de Resposta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Papel do Modelo (System Prompt):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'Você é um tradutor bilíngue sênior e especialista em linguística cultural e análise de expressões idiomáticas.'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Extração de Idioms: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Instrução para identificar qualquer expressão metafórica e detalhar: expressão, sentido literal, sentido figurado, contexto cultural e formalidade.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Justificativa de Escolhas: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Solicita ao modelo o motivo exato pelo qual o termo selecionado foi preferido em relação à tradução literal descartada.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Deserialização Segura no C#: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Mapeamento JSON para objetos fortemente tipados TranslationResponse, IdiomNuanceItem, TranslationChoiceItem e AlternativePhrasingItem.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VALIDAÇÃO PRÁTICA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Demonstrativo do Sistema em Funcionamento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Casos reais de uso demonstrando a riqueza de explicações contextuais geradas.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315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9601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 1: Português ➔ Inglês (Gíria &amp; Idiom)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Texto Original: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'Depois daquela reunião difícil, decidi chutar o balde e tirar férias.'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Tradução Gerada: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'After that tough meeting, I decided to throw in the towel and take some time off.'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Explicação do Idiom: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'Chutar o balde' literal = 'To kick the bucket'. Alerta: em inglês, 'kick the bucket' significa morrer! O sentido real de desistir da paciência foi traduzido com precisão para 'throw in the towel'.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Escolha Justificada: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'throw in the towel' vs 'kick the bucket' (descartado por ser falso amigo perigoso).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Alternativa Formal: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'Following that demanding session, I decided to disconnect and take personal leave.'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2179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4465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 2: Inglês ➔ Português (Expressão Idiomática)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Texto Original: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'Break a leg tonight! I know you've been burning the midnight oil for this demo.'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Tradução Gerada: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'Boa sorte hoje à noite! Sei que você varou a noite trabalhando nessa demonstração.'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Explicação 1 (Break a leg):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Literal: 'Quebre uma perna'. Origem: Superstição teatral de que desejar boa sorte diretamente dá azar. Traduzido para 'Boa sorte / Arrebenta'.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Explicação 2 (Burning midnight oil):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Literal: 'Queimando óleo da meia-noite'. Origem histórica das lâmpadas de óleo antes da eletricidade. Traduzido para 'varou a noite trabalhando'.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Alternativa Corporativa: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'Desejo-lhe pleno sucesso hoje à noite; reconheço sua dedicação incansável...'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cap="flat" cmpd="sng" w="9525">
            <a:solidFill>
              <a:srgbClr val="0B0F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SÍNTESE DO PROJETO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Conclusão, Conformidade e Próximos Passos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Atendimento integral a todos os requisitos do projeto com padrão profissional.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315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601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 Requisitos Atendidos com Excelência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API Funcional com .NET 9: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robusto com regras de negócio, validações, cache e tratamento de dados em C#.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Integração com Gemini API: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Consumo dinâmico do modelo generativo com prompt engineering e JSON estruturado.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Frontend Minimalista (React Native Web):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clean e focada em pt-BR (com opção de en-US), sem poluição visual e com abas de explicação sob demanda.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Solução Visual Studio (.sln):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Arquivo de solução pronto para abertura e compilação direta no Visual Studio.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Código Limpo &amp; Nomenclatura em Inglês: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comentários poluentes no código-fonte, boas práticas de Clean Architecture e SOLID.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Apresentação PowerPoint (.pptx):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completos abordando conceito, arquitetura, integração e demonstrativo.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217920" y="19202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31B2E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6446520" y="2103120"/>
            <a:ext cx="475488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 Possíveis Evoluções do Produto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Persistência &amp; Histórico: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Armazenamento em banco de dados relacional (PostgreSQL / SQL Server com EF Core) para histórico de traduções do usuário.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Entrada por Áudio (Speech-to-Text):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Transcrição de áudio via Whisper ou Gemini Multimodal direto pelo microfone no React Native.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Compilação Mobile Nativa: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Geração do aplicativo nativo para Android (.apk) e iOS (.ipa) aproveitando 100% da base React Native.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Extensão para Navegador: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Plugin no Chrome/Edge para traduzir e explicar expressões idiomáticas selecionadas em qualquer página web.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